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CI/CD × コンテナ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566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git push だけで本番が更新される仕組み ―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コンテナとは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アプリ+実行環境(Java・ライブラリ・設定)を丸ごと1つの「イメージ」に箱詰めする技術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中身はどこで動かしても同じ →「自分のPCでは動いたのに」が起きない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Dockerfile: イメージの設計図(ベースイメージ・アプリ配置・起動コマンド)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AWSでの役割分担</a:t>
            </a:r>
            <a:endParaRPr lang="en-US" sz="20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ECR: イメージの保管庫(レジストリ)</a:t>
            </a:r>
            <a:endParaRPr lang="en-US" sz="2000" dirty="0"/>
          </a:p>
          <a:p>
            <a:pPr lvl="1" marL="685800" indent="-342900">
              <a:spcAft>
                <a:spcPts val="1400"/>
              </a:spcAft>
              <a:buSzPct val="100000"/>
              <a:buChar char="–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ECS Fargate: サーバー管理不要のコンテナ実行基盤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CI/CDとは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CI(継続的インテグレーション): pushのたびにビルド・テストを自動実行し、壊れをすぐ検知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CD(継続的デリバリー): ビルドした成果物を自動でリリースまで運ぶ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本質:「人がやると忘れる・間違える手順」を機械に毎回同じ手順でやらせる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AWSでの役割分担</a:t>
            </a:r>
            <a:endParaRPr lang="en-US" sz="20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CodePipeline: 流れ全体を管理する司令塔</a:t>
            </a:r>
            <a:endParaRPr lang="en-US" sz="20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CodeBuild: ビルド作業の実行担当</a:t>
            </a:r>
            <a:endParaRPr lang="en-US" sz="2000" dirty="0"/>
          </a:p>
          <a:p>
            <a:pPr lvl="1" marL="685800" indent="-342900">
              <a:spcAft>
                <a:spcPts val="1400"/>
              </a:spcAft>
              <a:buSzPct val="100000"/>
              <a:buChar char="–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EventBridge: pushを検知してパイプラインを起動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実例: RevivalBookStoreNeo のデプロイフロー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Spring Boot 製の書店アプリを AWS 上に構築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git push</a:t>
            </a:r>
            <a:endParaRPr lang="en-US" sz="2000" dirty="0"/>
          </a:p>
          <a:p>
            <a:pPr lvl="1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開発者が CodeCommit のリポジトリに push</a:t>
            </a:r>
            <a:endParaRPr lang="en-US" sz="2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検知・起動</a:t>
            </a:r>
            <a:endParaRPr lang="en-US" sz="2000" dirty="0"/>
          </a:p>
          <a:p>
            <a:pPr lvl="1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EventBridge が push を検知し CodePipeline を起動</a:t>
            </a:r>
            <a:endParaRPr lang="en-US" sz="2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ビルド</a:t>
            </a:r>
            <a:endParaRPr lang="en-US" sz="2000" dirty="0"/>
          </a:p>
          <a:p>
            <a:pPr lvl="1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CodeBuild が buildspec.yml に従い Docker イメージをビルドし ECR へプッシュ</a:t>
            </a:r>
            <a:endParaRPr lang="en-US" sz="2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デプロイ</a:t>
            </a:r>
            <a:endParaRPr lang="en-US" sz="20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ECS Fargate が新イメージでタスクを起動し、旧タスクと入れ替え(ローリングデプロイ)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補足: ローカルに Docker がなくても、ビルドはすべて CodeBuild がクラウド側で実行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ミスがなくなる</a:t>
            </a:r>
            <a:endParaRPr lang="en-US" sz="2000" dirty="0"/>
          </a:p>
          <a:p>
            <a:pPr lvl="1" marL="685800" indent="-342900">
              <a:spcAft>
                <a:spcPts val="1400"/>
              </a:spcAft>
              <a:buSzPct val="100000"/>
              <a:buChar char="–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デプロイ手順が完全に固定化され、置き忘れ・手順飛ばしが構造的に起きない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速くなる</a:t>
            </a:r>
            <a:endParaRPr lang="en-US" sz="2000" dirty="0"/>
          </a:p>
          <a:p>
            <a:pPr lvl="1" marL="685800" indent="-342900">
              <a:spcAft>
                <a:spcPts val="1400"/>
              </a:spcAft>
              <a:buSzPct val="100000"/>
              <a:buChar char="–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push から数分で反映。リリース作業に人の時間を使わない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戻せる</a:t>
            </a:r>
            <a:endParaRPr lang="en-US" sz="2000" dirty="0"/>
          </a:p>
          <a:p>
            <a:pPr lvl="1" marL="685800" indent="-342900">
              <a:spcAft>
                <a:spcPts val="1400"/>
              </a:spcAft>
              <a:buSzPct val="100000"/>
              <a:buChar char="–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ECR にタグつきでイメージが残るため、前バージョンへの切り替えだけでロールバック可能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コンテナ:「どこでも同じに動く箱」を作る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CI/CD:「箱を作って入れ替える作業」を自動化する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この組み合わせで、リリース品質を人の注意力ではなく仕組みで保証できる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自動化の価値は「楽をする」ことではなく「ミスを仕組みで防ぐ」こと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2026-07-22T08:57:25Z</dcterms:created>
  <dcterms:modified xsi:type="dcterms:W3CDTF">2026-07-22T08:57:25Z</dcterms:modified>
</cp:coreProperties>
</file>